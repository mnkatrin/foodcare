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5" r:id="rId5"/>
    <p:sldId id="267" r:id="rId6"/>
    <p:sldId id="268" r:id="rId7"/>
    <p:sldId id="266" r:id="rId8"/>
    <p:sldId id="269" r:id="rId9"/>
    <p:sldId id="270" r:id="rId10"/>
    <p:sldId id="272" r:id="rId11"/>
    <p:sldId id="273" r:id="rId12"/>
    <p:sldId id="274" r:id="rId13"/>
    <p:sldId id="275" r:id="rId14"/>
    <p:sldId id="271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293" y="2007235"/>
            <a:ext cx="6530340" cy="142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066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221" y="1062354"/>
            <a:ext cx="401955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292" y="2007235"/>
            <a:ext cx="8598308" cy="28437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600" b="1" dirty="0">
                <a:latin typeface="Arial"/>
                <a:cs typeface="Arial"/>
              </a:rPr>
              <a:t>Мобильное приложение для отслеживания сроков годности  продуктов «</a:t>
            </a:r>
            <a:r>
              <a:rPr lang="en-US" sz="4600" b="1" dirty="0">
                <a:latin typeface="Arial"/>
                <a:cs typeface="Arial"/>
              </a:rPr>
              <a:t>FoodCare</a:t>
            </a:r>
            <a:r>
              <a:rPr lang="ru-RU" sz="4600" b="1" dirty="0">
                <a:latin typeface="Arial"/>
                <a:cs typeface="Arial"/>
              </a:rPr>
              <a:t>»</a:t>
            </a:r>
            <a:endParaRPr sz="4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0" y="5334000"/>
            <a:ext cx="7719059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ru-RU" sz="2400" b="1" spc="-10" dirty="0">
                <a:latin typeface="Arial"/>
                <a:cs typeface="Arial"/>
              </a:rPr>
              <a:t>Автор: Маньковская Екатерина,</a:t>
            </a:r>
            <a:br>
              <a:rPr lang="ru-RU" sz="2400" b="1" spc="-10" dirty="0">
                <a:latin typeface="Arial"/>
                <a:cs typeface="Arial"/>
              </a:rPr>
            </a:br>
            <a:r>
              <a:rPr lang="ru-RU" sz="2400" b="1" spc="-10" dirty="0">
                <a:latin typeface="Arial"/>
                <a:cs typeface="Arial"/>
              </a:rPr>
              <a:t>группа 409ИС-22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91253" y="286258"/>
            <a:ext cx="72574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МДК</a:t>
            </a:r>
            <a:r>
              <a:rPr sz="24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01.03.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Разработка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мобильных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приложений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26F3DF-0612-49A2-F7D6-EE256053C243}"/>
              </a:ext>
            </a:extLst>
          </p:cNvPr>
          <p:cNvSpPr txBox="1"/>
          <p:nvPr/>
        </p:nvSpPr>
        <p:spPr>
          <a:xfrm>
            <a:off x="5181600" y="228600"/>
            <a:ext cx="4022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Цель проекта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77A80-E2C8-C554-A59F-3513A4AB1E0B}"/>
              </a:ext>
            </a:extLst>
          </p:cNvPr>
          <p:cNvSpPr txBox="1"/>
          <p:nvPr/>
        </p:nvSpPr>
        <p:spPr>
          <a:xfrm>
            <a:off x="838200" y="1828800"/>
            <a:ext cx="96774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0" i="0" dirty="0">
                <a:solidFill>
                  <a:srgbClr val="34343C"/>
                </a:solidFill>
                <a:effectLst/>
                <a:latin typeface="YS Text"/>
              </a:rPr>
              <a:t>Цель проекта заключается в создании мобильного</a:t>
            </a:r>
          </a:p>
          <a:p>
            <a:pPr algn="l"/>
            <a:r>
              <a:rPr lang="ru-RU" sz="3200" b="0" i="0" dirty="0">
                <a:solidFill>
                  <a:srgbClr val="34343C"/>
                </a:solidFill>
                <a:effectLst/>
                <a:latin typeface="YS Text"/>
              </a:rPr>
              <a:t>приложения для отслеживания сроков годности продуктов.</a:t>
            </a:r>
          </a:p>
          <a:p>
            <a:pPr algn="l"/>
            <a:r>
              <a:rPr lang="ru-RU" sz="3200" b="0" i="0" dirty="0">
                <a:solidFill>
                  <a:srgbClr val="34343C"/>
                </a:solidFill>
                <a:effectLst/>
                <a:latin typeface="YS Text"/>
              </a:rPr>
              <a:t>Это приложение будет напоминать пользователям о</a:t>
            </a:r>
          </a:p>
          <a:p>
            <a:pPr algn="l"/>
            <a:r>
              <a:rPr lang="ru-RU" sz="3200" b="0" i="0" dirty="0">
                <a:solidFill>
                  <a:srgbClr val="34343C"/>
                </a:solidFill>
                <a:effectLst/>
                <a:latin typeface="YS Text"/>
              </a:rPr>
              <a:t>необходимости употребления еды до истечения её срока</a:t>
            </a:r>
          </a:p>
          <a:p>
            <a:pPr algn="l"/>
            <a:r>
              <a:rPr lang="ru-RU" sz="3200" b="0" i="0" dirty="0">
                <a:solidFill>
                  <a:srgbClr val="34343C"/>
                </a:solidFill>
                <a:effectLst/>
                <a:latin typeface="YS Text"/>
              </a:rPr>
              <a:t>годности.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00BB-2896-E9B4-5CE2-6A7F9FFF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E45F6D-B75F-D8FD-AD35-8266DA2839A1}"/>
              </a:ext>
            </a:extLst>
          </p:cNvPr>
          <p:cNvSpPr txBox="1"/>
          <p:nvPr/>
        </p:nvSpPr>
        <p:spPr>
          <a:xfrm>
            <a:off x="33528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Основные возможности приложения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BDDA1-0B2E-A487-C8EF-D78C3DBED449}"/>
              </a:ext>
            </a:extLst>
          </p:cNvPr>
          <p:cNvSpPr txBox="1"/>
          <p:nvPr/>
        </p:nvSpPr>
        <p:spPr>
          <a:xfrm>
            <a:off x="838200" y="1828800"/>
            <a:ext cx="9677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🍎 Учет продуктов с датами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📱 Сканер штрих-кодов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⏰ Уведомления о сроках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📊 История и статистика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👤 Синхронизация данных</a:t>
            </a: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🛠️ Панель модератора</a:t>
            </a:r>
          </a:p>
        </p:txBody>
      </p:sp>
    </p:spTree>
    <p:extLst>
      <p:ext uri="{BB962C8B-B14F-4D97-AF65-F5344CB8AC3E}">
        <p14:creationId xmlns:p14="http://schemas.microsoft.com/office/powerpoint/2010/main" val="407226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1E3C-6D40-D2CD-DAB9-5BDCA839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1AEBE1-7EE8-385B-DB21-28DA33D936D4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Архитектура проекта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76D1D9-D859-2BEA-5624-EB2730C5F52E}"/>
              </a:ext>
            </a:extLst>
          </p:cNvPr>
          <p:cNvSpPr txBox="1"/>
          <p:nvPr/>
        </p:nvSpPr>
        <p:spPr>
          <a:xfrm>
            <a:off x="381000" y="1600200"/>
            <a:ext cx="11430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Паттерн: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MVVM (Model-View-ViewModel)</a:t>
            </a:r>
          </a:p>
          <a:p>
            <a:pPr algn="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Слои:</a:t>
            </a:r>
          </a:p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UI - Activities/Fragments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ViewBinding</a:t>
            </a:r>
          </a:p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ViewModel 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Бизнес-логика и состояние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</a:p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Repository -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Единая точка доступа к данным</a:t>
            </a:r>
          </a:p>
          <a:p>
            <a:pPr algn="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Sources - Room (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локально) +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Firebase (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облако) +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OpenFoodFacts API</a:t>
            </a:r>
          </a:p>
          <a:p>
            <a:pPr algn="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Технологии: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Kotlin + Coroutines + Flow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Room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локальной БД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Firebase (Auth + Firestore)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синхронизации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Retrofit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сетевых запросов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Dependency Injection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через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Application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класс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Особенности:</a:t>
            </a:r>
          </a:p>
        </p:txBody>
      </p:sp>
    </p:spTree>
    <p:extLst>
      <p:ext uri="{BB962C8B-B14F-4D97-AF65-F5344CB8AC3E}">
        <p14:creationId xmlns:p14="http://schemas.microsoft.com/office/powerpoint/2010/main" val="18483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5330F-A61C-15A0-DB25-25F08C4A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5BE57-54FC-5B7A-52A8-7B434FEBC41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b="1" dirty="0">
                <a:latin typeface="Arial"/>
                <a:cs typeface="Arial"/>
              </a:rPr>
              <a:t>Splash Screen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A24FB-539B-E8A9-2766-46505F2FFDE7}"/>
              </a:ext>
            </a:extLst>
          </p:cNvPr>
          <p:cNvSpPr txBox="1"/>
          <p:nvPr/>
        </p:nvSpPr>
        <p:spPr>
          <a:xfrm>
            <a:off x="4267200" y="2057400"/>
            <a:ext cx="9677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Загрузка приложения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Переход к авторизации/главному экрану</a:t>
            </a: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D0107D-64BD-D7B0-BCCE-CE7CF4C5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800"/>
            <a:ext cx="2971800" cy="51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05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63280-3BB2-D4BB-E767-D337A6D3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9AC32B-0F54-9A1E-33D1-BE90AEDB5F9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«Авторизация»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239873-222F-F706-11C1-B443B9C6A13D}"/>
              </a:ext>
            </a:extLst>
          </p:cNvPr>
          <p:cNvSpPr txBox="1"/>
          <p:nvPr/>
        </p:nvSpPr>
        <p:spPr>
          <a:xfrm>
            <a:off x="3200400" y="1600200"/>
            <a:ext cx="9677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Вход: email, пароль, кнопка "Войти"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Регистрация: имя, email, пароль, кнопка "Зарегистрироваться"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Восстановление: email, кнопка "Восстановить"</a:t>
            </a: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0CACAA-2D4C-9137-94CB-27625DE9F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251977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2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73BD0-7AB1-040A-5307-CE5CDA28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1E0A20-00C5-F392-343A-94076CEC607E}"/>
              </a:ext>
            </a:extLst>
          </p:cNvPr>
          <p:cNvSpPr txBox="1"/>
          <p:nvPr/>
        </p:nvSpPr>
        <p:spPr>
          <a:xfrm>
            <a:off x="4343400" y="1524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Главный экран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BDB04-74DE-8ACC-70C0-D9FDB973E9EE}"/>
              </a:ext>
            </a:extLst>
          </p:cNvPr>
          <p:cNvSpPr txBox="1"/>
          <p:nvPr/>
        </p:nvSpPr>
        <p:spPr>
          <a:xfrm>
            <a:off x="4191000" y="1524000"/>
            <a:ext cx="644892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Статистика продуктов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Карточка "Скоро истекает"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Кнопки: "Продукты", "Добавить", "Профиль"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Для модератора: панель управления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F9767C-18AE-14F4-E571-9F121DD65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1474622"/>
            <a:ext cx="2668295" cy="462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1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E210-1A7C-4857-6E50-9E9EEFC0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3C9EE1-1C04-316A-CAFC-5410442A450E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«Мои продукты»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B58389-3456-ADA0-346B-455B0971398C}"/>
              </a:ext>
            </a:extLst>
          </p:cNvPr>
          <p:cNvSpPr txBox="1"/>
          <p:nvPr/>
        </p:nvSpPr>
        <p:spPr>
          <a:xfrm>
            <a:off x="4038600" y="2013108"/>
            <a:ext cx="6858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Список всех продуктов с цветовой индикацией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 err="1">
                <a:latin typeface="Arial" panose="020B0604020202020204" pitchFamily="34" charset="0"/>
                <a:cs typeface="Arial" panose="020B0604020202020204" pitchFamily="34" charset="0"/>
              </a:rPr>
              <a:t>Свайп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для удаления/использования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Кнопка "Назад"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ABF399-2AFC-9B8F-132E-622D7168F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5400"/>
            <a:ext cx="2368167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1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7C8F-93CC-7986-51D1-B19A51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73155-6A65-0568-4F93-462B825FE7A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«Добавление продукта»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F83B1-F380-E73A-D386-E2749E9ADBF7}"/>
              </a:ext>
            </a:extLst>
          </p:cNvPr>
          <p:cNvSpPr txBox="1"/>
          <p:nvPr/>
        </p:nvSpPr>
        <p:spPr>
          <a:xfrm>
            <a:off x="8513587" y="2800865"/>
            <a:ext cx="35227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Поля: название, категория, дата, количество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Кнопки: "Сканер", "Поиск", "Сохранить"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63CED6-A0C8-C69E-1269-0D4532EF5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95400"/>
            <a:ext cx="2318084" cy="510815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2A48B9E-4DF9-75F8-C53A-4CC9D506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6565521"/>
            <a:ext cx="4019550" cy="276999"/>
          </a:xfrm>
        </p:spPr>
        <p:txBody>
          <a:bodyPr/>
          <a:lstStyle/>
          <a:p>
            <a:r>
              <a:rPr lang="ru-RU" sz="1800" b="0" dirty="0"/>
              <a:t>Экран пользователя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96D6EA-95D7-ABFE-3ECF-CFE68E297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313901"/>
            <a:ext cx="2318085" cy="5146519"/>
          </a:xfrm>
          <a:prstGeom prst="rect">
            <a:avLst/>
          </a:prstGeom>
        </p:spPr>
      </p:pic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2FD5CE03-4A68-274B-FBE5-94F98BA7E4BF}"/>
              </a:ext>
            </a:extLst>
          </p:cNvPr>
          <p:cNvSpPr txBox="1">
            <a:spLocks/>
          </p:cNvSpPr>
          <p:nvPr/>
        </p:nvSpPr>
        <p:spPr>
          <a:xfrm>
            <a:off x="6273706" y="6537876"/>
            <a:ext cx="40195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sz="1800" b="0" dirty="0"/>
              <a:t>Экран модератора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9C507D-99B9-29F6-0658-1770B468F3BC}"/>
              </a:ext>
            </a:extLst>
          </p:cNvPr>
          <p:cNvSpPr txBox="1"/>
          <p:nvPr/>
        </p:nvSpPr>
        <p:spPr>
          <a:xfrm>
            <a:off x="73878" y="2590800"/>
            <a:ext cx="352276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Недавно добавленные\Мои добавленные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Кнопки: «Добавить продукт", "Поиск", </a:t>
            </a:r>
          </a:p>
        </p:txBody>
      </p:sp>
    </p:spTree>
    <p:extLst>
      <p:ext uri="{BB962C8B-B14F-4D97-AF65-F5344CB8AC3E}">
        <p14:creationId xmlns:p14="http://schemas.microsoft.com/office/powerpoint/2010/main" val="138143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7C8F-93CC-7986-51D1-B19A51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73155-6A65-0568-4F93-462B825FE7A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«Сканер штрих-кодов»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F83B1-F380-E73A-D386-E2749E9ADBF7}"/>
              </a:ext>
            </a:extLst>
          </p:cNvPr>
          <p:cNvSpPr txBox="1"/>
          <p:nvPr/>
        </p:nvSpPr>
        <p:spPr>
          <a:xfrm>
            <a:off x="8513587" y="2800865"/>
            <a:ext cx="352276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Камера для сканирования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Автозаполнение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597014-5F9A-BE24-9597-1015222CF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23" y="1229833"/>
            <a:ext cx="2505554" cy="539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1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7C8F-93CC-7986-51D1-B19A51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73155-6A65-0568-4F93-462B825FE7A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«История»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F83B1-F380-E73A-D386-E2749E9ADBF7}"/>
              </a:ext>
            </a:extLst>
          </p:cNvPr>
          <p:cNvSpPr txBox="1"/>
          <p:nvPr/>
        </p:nvSpPr>
        <p:spPr>
          <a:xfrm>
            <a:off x="6400800" y="2814315"/>
            <a:ext cx="53515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Список действий (использовано/выброшено)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Фильтры по типу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7B4F60-917D-219A-AAC1-E3A3355B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143000"/>
            <a:ext cx="234239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44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7C8F-93CC-7986-51D1-B19A51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73155-6A65-0568-4F93-462B825FE7AA}"/>
              </a:ext>
            </a:extLst>
          </p:cNvPr>
          <p:cNvSpPr txBox="1"/>
          <p:nvPr/>
        </p:nvSpPr>
        <p:spPr>
          <a:xfrm>
            <a:off x="41910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«Профиль»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F83B1-F380-E73A-D386-E2749E9ADBF7}"/>
              </a:ext>
            </a:extLst>
          </p:cNvPr>
          <p:cNvSpPr txBox="1"/>
          <p:nvPr/>
        </p:nvSpPr>
        <p:spPr>
          <a:xfrm>
            <a:off x="8763000" y="2819400"/>
            <a:ext cx="53515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История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Смена темы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Кнопка "Выйти"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A8141F-D028-ABAF-0317-51EB4B0F9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538" y="1032061"/>
            <a:ext cx="2473394" cy="5440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4B20FB-45A1-4BFA-62B1-9D13812C2CE0}"/>
              </a:ext>
            </a:extLst>
          </p:cNvPr>
          <p:cNvSpPr txBox="1"/>
          <p:nvPr/>
        </p:nvSpPr>
        <p:spPr>
          <a:xfrm>
            <a:off x="228600" y="2798064"/>
            <a:ext cx="53515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Смена темы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Кнопка "Выйти"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01FF3D6-B138-1059-010F-9230F0731B39}"/>
              </a:ext>
            </a:extLst>
          </p:cNvPr>
          <p:cNvSpPr txBox="1">
            <a:spLocks/>
          </p:cNvSpPr>
          <p:nvPr/>
        </p:nvSpPr>
        <p:spPr>
          <a:xfrm>
            <a:off x="3570387" y="6490900"/>
            <a:ext cx="4019550" cy="2769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Экран модератора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76934B-85D2-EA12-E0B8-FF4DBCE99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070" y="1050680"/>
            <a:ext cx="2497150" cy="5440220"/>
          </a:xfrm>
          <a:prstGeom prst="rect">
            <a:avLst/>
          </a:prstGeom>
        </p:spPr>
      </p:pic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C0C773DA-0C68-DABA-CD24-84B45C5A1573}"/>
              </a:ext>
            </a:extLst>
          </p:cNvPr>
          <p:cNvSpPr txBox="1">
            <a:spLocks/>
          </p:cNvSpPr>
          <p:nvPr/>
        </p:nvSpPr>
        <p:spPr>
          <a:xfrm>
            <a:off x="6400800" y="6490900"/>
            <a:ext cx="4019550" cy="2769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Экран пользователя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2062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97C8F-93CC-7986-51D1-B19A5198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D73155-6A65-0568-4F93-462B825FE7AA}"/>
              </a:ext>
            </a:extLst>
          </p:cNvPr>
          <p:cNvSpPr txBox="1"/>
          <p:nvPr/>
        </p:nvSpPr>
        <p:spPr>
          <a:xfrm>
            <a:off x="3964892" y="192008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Экран «Панель модератора»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F83B1-F380-E73A-D386-E2749E9ADBF7}"/>
              </a:ext>
            </a:extLst>
          </p:cNvPr>
          <p:cNvSpPr txBox="1"/>
          <p:nvPr/>
        </p:nvSpPr>
        <p:spPr>
          <a:xfrm>
            <a:off x="6631132" y="2514600"/>
            <a:ext cx="53515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 пользователями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Системная статистика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Детальная аналитика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Кнопки: "Пользователи", "Статистика", "Мониторинг"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A2995D-E45B-F740-D82C-929C8FC0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298" y="1088152"/>
            <a:ext cx="2494702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4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29C0-0C26-BE67-A464-1E861630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2935AD-F35C-9C3C-25EF-FB544E4BC969}"/>
              </a:ext>
            </a:extLst>
          </p:cNvPr>
          <p:cNvSpPr txBox="1"/>
          <p:nvPr/>
        </p:nvSpPr>
        <p:spPr>
          <a:xfrm>
            <a:off x="4419600" y="228600"/>
            <a:ext cx="8710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600" b="1" dirty="0">
                <a:latin typeface="Arial"/>
                <a:cs typeface="Arial"/>
              </a:rPr>
              <a:t>Итоги проекта</a:t>
            </a:r>
            <a:endParaRPr lang="ru-RU" sz="36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FF889-8D84-2350-25E8-9663972ECA65}"/>
              </a:ext>
            </a:extLst>
          </p:cNvPr>
          <p:cNvSpPr txBox="1"/>
          <p:nvPr/>
        </p:nvSpPr>
        <p:spPr>
          <a:xfrm>
            <a:off x="609600" y="1219200"/>
            <a:ext cx="9677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 полностью работает и готово к демонстрации.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A23FA-F372-E869-B7B3-3CECE076D5D7}"/>
              </a:ext>
            </a:extLst>
          </p:cNvPr>
          <p:cNvSpPr txBox="1"/>
          <p:nvPr/>
        </p:nvSpPr>
        <p:spPr>
          <a:xfrm>
            <a:off x="2057400" y="3946029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Проект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загружен на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7F387-AE73-E9BE-20A2-BCB24DDC2064}"/>
              </a:ext>
            </a:extLst>
          </p:cNvPr>
          <p:cNvSpPr txBox="1"/>
          <p:nvPr/>
        </p:nvSpPr>
        <p:spPr>
          <a:xfrm>
            <a:off x="8727406" y="4381500"/>
            <a:ext cx="31191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Мобильное приложение 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FoodCare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712176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372</Words>
  <Application>Microsoft Office PowerPoint</Application>
  <PresentationFormat>Широкоэкранный</PresentationFormat>
  <Paragraphs>79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YS Text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Экран пользователя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Мауль</dc:creator>
  <cp:lastModifiedBy>Екатерина Маньковская</cp:lastModifiedBy>
  <cp:revision>13</cp:revision>
  <dcterms:created xsi:type="dcterms:W3CDTF">2025-12-11T08:46:12Z</dcterms:created>
  <dcterms:modified xsi:type="dcterms:W3CDTF">2025-12-20T11:28:00Z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2025-12-11T00:00:00Z</vt:filetime>
  </property>
  <property fmtid="{D5CDD505-2E9C-101B-9397-08002B2CF9AE}" pid="5" name="Producer">
    <vt:lpwstr>Microsoft® PowerPoint® 2019</vt:lpwstr>
  </property>
</Properties>
</file>